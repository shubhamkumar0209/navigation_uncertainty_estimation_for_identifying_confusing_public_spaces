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58E2E1-8886-43B2-B986-F2B06DAA2FAC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59FDF3-42B5-4A41-B75E-186C389084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858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592BF-19BE-9BF0-E2FC-07A36D054E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3AB4F9-CBB3-B18D-E917-C3B0641867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0F18A0-E201-1900-A139-E830DD3EA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E78AE-7F97-4550-9DD8-BF69171FDC30}" type="datetime1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0906B9-B1F6-B52E-2EE0-7595B1EBF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13AE1-F96E-D540-8DE1-8D903DB30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197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2F7EA-3EC9-99AF-13A9-22A3F8B2D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1419B-73DB-15DA-D2EE-0FC01B435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80259-8D20-E29B-4DC5-312C3DB01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1830E-3502-194A-88FA-DC3E0F1B3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6703C-229C-43C6-0484-38EC263AD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990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CE344-6494-09A6-A5E4-811EEE0CD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51A0E2-2B9B-B96E-A3FD-0B26BDDBE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7CE67-8E8A-4D0D-42DF-DDC842B1B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2BD8-A2C4-424B-809A-C64DDCC305D9}" type="datetime1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78C3E-C139-1FD1-979B-D71679959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2F297-889B-B694-6DD5-92F8A6AAF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814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2C89C-FEA2-11F6-7988-ADD14A7B2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5DE7B-A406-1142-36EA-1C14987402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355A2B-361E-86CB-ABBE-C510D2B22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DA5E84-A1E0-A1C4-F7E6-DA9E7B124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0F4BC-B3A4-46AF-9AEC-8478EF1369D5}" type="datetime1">
              <a:rPr lang="en-IN" smtClean="0"/>
              <a:t>19-07-2026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DDA460-54C8-F2AC-C053-53FF3FAFC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6F132A-BD40-58D2-CEEC-A1BA2B9E2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223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823BE-2514-8722-ED45-41E13E46B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BFEE3B-6ABA-1D24-97FE-717EBBC999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653C42-4C6D-988F-42A0-8639A508A6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B662B4-F942-A78F-394F-74F603717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445FBE-A81E-92E1-36E3-99D1586F83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D20C02-77C2-CB2A-62F8-60B8C6262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A2993-B405-4F4D-B968-A01C27211659}" type="datetime1">
              <a:rPr lang="en-IN" smtClean="0"/>
              <a:t>19-07-2026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033241-EB08-777E-F678-5D641F649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D711ED-181F-C690-A3B3-1D82670FC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9272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468B4-E355-69B3-7598-80ADF2F9C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F1AB3B-AFC6-3627-62E6-22313061F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78C8C-5FBB-4DD7-A06D-BE263480794B}" type="datetime1">
              <a:rPr lang="en-IN" smtClean="0"/>
              <a:t>19-07-2026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2C6591-48E4-480E-7965-DE9F83015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0C9D68-A16A-B2D3-C8A6-B5221AF74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061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3F289A-3AD7-C11D-1594-90A35E592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D2985-06EC-459B-80C8-F6F4362A1C03}" type="datetime1">
              <a:rPr lang="en-IN" smtClean="0"/>
              <a:t>19-07-2026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252269-BBE3-199F-299B-38D4E9CC1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407FDC-B2A9-1304-047F-5808A0B6B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265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A4847-FC20-D9BF-0BDE-26EC7EF74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9C584-AC19-D7B4-9DFE-7C1BC2E1B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4A3262-CE8D-2419-DCCC-C536E9FDA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4758D6-7AF2-29C5-E0EE-3B7BE155E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7E9DA-13C6-48A4-9305-B592482DE8CE}" type="datetime1">
              <a:rPr lang="en-IN" smtClean="0"/>
              <a:t>19-07-2026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AAC7E7-68C4-7616-2DE1-0333E2C44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9EF51B-1685-66FF-0783-23584C25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6387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39D0E-3A71-7252-C837-B8281F0DE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E3D557-6893-299F-57A8-A7B173F101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CC8BA2-BB08-F4E3-5660-C7370BA56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57E1CE-C7CA-966D-8661-1E99A7DA2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E7C4B-C575-4DCF-9B63-045662930500}" type="datetime1">
              <a:rPr lang="en-IN" smtClean="0"/>
              <a:t>19-07-2026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055516-3E64-07E5-10C5-DE056657E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BA5AD5-9867-E76D-C035-2856CCFBC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0017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1D7EC-16EA-5009-5D33-ABFC55F28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09EC6D-8ED5-29E9-9444-CC2D6A1CB8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ADFC6-7CEA-ABEE-94C2-870B1E657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6931C-EA1A-43DD-B3B3-66F5BA587712}" type="datetime1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FA3A5-596E-6C2A-F853-30C5DC6FB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CE6B1-CE87-B68F-9494-FA6D109F3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809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0FF105-FC99-2BCB-131F-2B902F8BA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354FD6-064F-6E12-E8DE-81EC913CD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D2109-32D1-4A0F-F903-5142A204E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9B0E1-7C95-4C20-B9C6-BA51F388E878}" type="datetime1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5353D-EEF9-CF3C-A97F-F0F0EBFA7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2F1DC-3958-BCDE-9A16-88E928E7E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3354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454249-E28B-CF91-F4A6-9762E4F38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E3D641-7C66-CA7D-30A7-7F95AC27EF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1D408-B228-838E-3E43-4304680A53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827C3E-786B-4150-9177-1C28966A2ADC}" type="datetime1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C7A69-1922-F157-900C-FF95668316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80E76-E345-1553-9664-0BCF569B55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841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9E27CD-EF84-CB3A-3D07-A31523568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7236" y="-11493"/>
            <a:ext cx="4517528" cy="1871634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8BAD67C4-20B4-E1F6-A7E7-C8C33181D0C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907459" y="1934141"/>
            <a:ext cx="8924544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&lt;&lt;Programme </a:t>
            </a:r>
            <a:r>
              <a:rPr lang="en-IN" sz="2000" b="1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B.Tech</a:t>
            </a:r>
            <a:r>
              <a:rPr lang="en-IN" sz="20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IN" sz="2000" b="1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M.Tech</a:t>
            </a:r>
            <a:br>
              <a:rPr lang="en-IN" sz="20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Course Code – Course Title&gt;&gt;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&lt;&lt;Project Title&gt;&gt;</a:t>
            </a: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68BC382C-506F-4908-6AC3-C0AA73064F47}"/>
              </a:ext>
            </a:extLst>
          </p:cNvPr>
          <p:cNvSpPr txBox="1"/>
          <p:nvPr/>
        </p:nvSpPr>
        <p:spPr>
          <a:xfrm>
            <a:off x="2609088" y="3208471"/>
            <a:ext cx="7071360" cy="24608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20" dirty="0">
                <a:latin typeface="Times New Roman"/>
                <a:cs typeface="Times New Roman"/>
              </a:rPr>
              <a:t>Team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members:</a:t>
            </a:r>
            <a:endParaRPr sz="2000" dirty="0">
              <a:latin typeface="Times New Roman"/>
              <a:cs typeface="Times New Roman"/>
            </a:endParaRPr>
          </a:p>
          <a:p>
            <a:pPr marL="149225" indent="-136525">
              <a:lnSpc>
                <a:spcPct val="100000"/>
              </a:lnSpc>
              <a:spcBef>
                <a:spcPts val="20"/>
              </a:spcBef>
              <a:buFont typeface="Times New Roman"/>
              <a:buChar char="•"/>
              <a:tabLst>
                <a:tab pos="149225" algn="l"/>
              </a:tabLst>
            </a:pPr>
            <a:r>
              <a:rPr lang="en-IN" sz="2000" b="1" dirty="0">
                <a:latin typeface="Times New Roman"/>
                <a:cs typeface="Times New Roman"/>
              </a:rPr>
              <a:t>&lt;&lt;Name &gt;&gt;		  (&lt;&lt;</a:t>
            </a:r>
            <a:r>
              <a:rPr lang="en-IN" sz="2000" b="1" dirty="0" err="1">
                <a:latin typeface="Times New Roman"/>
                <a:cs typeface="Times New Roman"/>
              </a:rPr>
              <a:t>Reg.No</a:t>
            </a:r>
            <a:r>
              <a:rPr lang="en-IN" sz="2000" b="1" dirty="0">
                <a:latin typeface="Times New Roman"/>
                <a:cs typeface="Times New Roman"/>
              </a:rPr>
              <a:t>&gt;&gt;)</a:t>
            </a:r>
          </a:p>
          <a:p>
            <a:pPr marL="149225" indent="-136525">
              <a:lnSpc>
                <a:spcPct val="100000"/>
              </a:lnSpc>
              <a:spcBef>
                <a:spcPts val="20"/>
              </a:spcBef>
              <a:buFont typeface="Times New Roman"/>
              <a:buChar char="•"/>
              <a:tabLst>
                <a:tab pos="149225" algn="l"/>
              </a:tabLst>
            </a:pPr>
            <a:r>
              <a:rPr lang="en-IN" sz="2000" b="1" dirty="0">
                <a:latin typeface="Times New Roman"/>
                <a:cs typeface="Times New Roman"/>
              </a:rPr>
              <a:t>&lt;&lt;Name&gt;&gt;		  (&lt;&lt;</a:t>
            </a:r>
            <a:r>
              <a:rPr lang="en-IN" sz="2000" b="1" dirty="0" err="1">
                <a:latin typeface="Times New Roman"/>
                <a:cs typeface="Times New Roman"/>
              </a:rPr>
              <a:t>Reg.No</a:t>
            </a:r>
            <a:r>
              <a:rPr lang="en-IN" sz="2000" b="1" dirty="0">
                <a:latin typeface="Times New Roman"/>
                <a:cs typeface="Times New Roman"/>
              </a:rPr>
              <a:t>.&gt;&gt;)</a:t>
            </a:r>
          </a:p>
          <a:p>
            <a:pPr marL="149225" indent="-136525">
              <a:lnSpc>
                <a:spcPct val="100000"/>
              </a:lnSpc>
              <a:spcBef>
                <a:spcPts val="20"/>
              </a:spcBef>
              <a:buFont typeface="Times New Roman"/>
              <a:buChar char="•"/>
              <a:tabLst>
                <a:tab pos="149225" algn="l"/>
              </a:tabLst>
            </a:pPr>
            <a:endParaRPr lang="en-IN" sz="2000" b="1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Times New Roman"/>
                <a:cs typeface="Times New Roman"/>
              </a:rPr>
              <a:t>Faculty</a:t>
            </a:r>
            <a:r>
              <a:rPr lang="en-US" sz="2000" spc="-6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guide</a:t>
            </a:r>
            <a:r>
              <a:rPr lang="en-US" sz="2000" spc="-55" dirty="0">
                <a:latin typeface="Times New Roman"/>
                <a:cs typeface="Times New Roman"/>
              </a:rPr>
              <a:t> </a:t>
            </a:r>
            <a:r>
              <a:rPr lang="en-US" sz="2000" spc="-50" dirty="0">
                <a:latin typeface="Times New Roman"/>
                <a:cs typeface="Times New Roman"/>
              </a:rPr>
              <a:t>:</a:t>
            </a:r>
            <a:endParaRPr lang="en-US"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z="2000" b="1" dirty="0">
                <a:latin typeface="Times New Roman"/>
                <a:cs typeface="Times New Roman"/>
              </a:rPr>
              <a:t>&lt;&lt;</a:t>
            </a:r>
            <a:r>
              <a:rPr lang="en-US" sz="2000" b="1" dirty="0" err="1">
                <a:latin typeface="Times New Roman"/>
                <a:cs typeface="Times New Roman"/>
              </a:rPr>
              <a:t>Guidename</a:t>
            </a:r>
            <a:r>
              <a:rPr lang="en-US" sz="2000" b="1" dirty="0">
                <a:latin typeface="Times New Roman"/>
                <a:cs typeface="Times New Roman"/>
              </a:rPr>
              <a:t>&gt;&gt;</a:t>
            </a:r>
            <a:endParaRPr lang="en-US" sz="2000" dirty="0">
              <a:latin typeface="Times New Roman"/>
              <a:cs typeface="Times New Roman"/>
            </a:endParaRPr>
          </a:p>
          <a:p>
            <a:pPr marL="149225" indent="-136525">
              <a:lnSpc>
                <a:spcPct val="100000"/>
              </a:lnSpc>
              <a:spcBef>
                <a:spcPts val="20"/>
              </a:spcBef>
              <a:buFont typeface="Times New Roman"/>
              <a:buChar char="•"/>
              <a:tabLst>
                <a:tab pos="149225" algn="l"/>
              </a:tabLst>
            </a:pPr>
            <a:endParaRPr sz="1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43036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8A428-04DA-E6A8-7606-5D2FE5F31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&lt;To …&gt;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027305EA-516C-11F8-8A54-2BA046094A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39558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9E6AA7-AE20-8A91-BA42-261BF76A2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6562-4E3F-4038-A291-A7AE35CC3E6A}" type="datetime1">
              <a:rPr lang="en-IN" smtClean="0"/>
              <a:t>19-07-2026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7FE434-77F0-B8BE-9198-66090332F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D6A9DA-AEE9-F6FE-EFA8-06396314F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3518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D95E8-8D7C-F548-8B75-23C3B2B15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DED8F-1EBD-2E10-598E-0CA3F56F0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&lt;&lt;….&gt;&gt;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&lt;&lt;…&gt;&gt;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156C6ACB-BF9E-DB99-B99C-4896C65273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39558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3D067F-DF0A-3BD2-0B9E-C22E39B7F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61D5D-2F82-4210-B67C-C3AADE7FED47}" type="datetime1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EFD8C3-C2D0-4BBB-7FD8-43FE2C084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B9991A-41D4-F0AB-EF39-ACE70C817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3097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0AE58-8206-476A-BECC-A1ADC0EA1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F3C486-F1E8-5229-C983-C5D8372F19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4647" y="1374470"/>
            <a:ext cx="10169009" cy="2054530"/>
          </a:xfrm>
          <a:prstGeom prst="rect">
            <a:avLst/>
          </a:prstGeom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435FB437-6170-6BA2-1A38-A902855A3E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8056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B6993A-B8FB-1E92-71D4-98155A7EDC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858" y="4611603"/>
            <a:ext cx="4017612" cy="487722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13BC6E0-D294-E70D-8B27-13FBFEE5E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9193B-09C0-4C85-858C-650926A9B146}" type="datetime1">
              <a:rPr lang="en-IN" smtClean="0"/>
              <a:t>19-07-2026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F284BA2-3334-3EC1-0E81-4C9095897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8F14EB-D02F-8EDE-87F4-A3F7E8D20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7449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64C5E-26B3-2EE9-895A-F822E4C49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F8AC8-6380-9217-CA4C-1FBF1C25C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&lt;&lt;….&gt;&gt;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&lt;&lt;…&gt;&gt;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2E07AC55-BA5E-4123-39E6-B79860C6C9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430A72-466B-CBDE-2F02-635BA91A9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E986A-8308-4C4E-A0F3-DDD9B5B25762}" type="datetime1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1DDA3-7A7C-1F61-1795-3A01ED678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E3226-1DB1-3A4D-CE37-4A2AD48EF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102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50AAC-0156-D6F5-7153-C79199994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3ADE1-559A-2DC2-A801-6A915E106C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&lt;&lt;….&gt;&gt;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&lt;&lt;…&gt;&gt;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22BADD22-870A-4D8F-B788-CCCD5C223F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E4F0EB-E8F1-14D8-E22A-38E83F9BF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19-07-2026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8B93F-BA73-08B5-E0DD-D434FA25B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BABF72-E9F9-626A-63CD-EA20C0714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632EBB-2D05-8D00-7F98-43CBAFAF06ED}"/>
              </a:ext>
            </a:extLst>
          </p:cNvPr>
          <p:cNvSpPr txBox="1"/>
          <p:nvPr/>
        </p:nvSpPr>
        <p:spPr>
          <a:xfrm>
            <a:off x="460248" y="4413148"/>
            <a:ext cx="1152340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Identified:   Sustainable Development Goals	|			|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Outcomes (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(Patent / Conference (Scopus)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/ Journal (Scopus) / Start-up/ Product/ Others}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3 The UN 17 Sustainable Development Goals (SDGs), implemented by all... | Download Scientific Diagram">
            <a:extLst>
              <a:ext uri="{FF2B5EF4-FFF2-40B4-BE49-F238E27FC236}">
                <a16:creationId xmlns:a16="http://schemas.microsoft.com/office/drawing/2014/main" id="{36180A9B-AA72-E2D6-8362-4CDF7058D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701" y="4778273"/>
            <a:ext cx="1968651" cy="1578077"/>
          </a:xfrm>
          <a:prstGeom prst="rect">
            <a:avLst/>
          </a:prstGeom>
        </p:spPr>
      </p:pic>
      <p:pic>
        <p:nvPicPr>
          <p:cNvPr id="9" name="Picture 8" descr="What are Technology Readiness Levels (TRL)? - TWI">
            <a:extLst>
              <a:ext uri="{FF2B5EF4-FFF2-40B4-BE49-F238E27FC236}">
                <a16:creationId xmlns:a16="http://schemas.microsoft.com/office/drawing/2014/main" id="{D1491C9C-07B3-89C3-5FA0-72C9F44F3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7545" y="4413148"/>
            <a:ext cx="2447027" cy="2232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962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0E1A0-FA4A-8258-6E10-9F00EDC0B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7CFC0C65-61CC-E657-43F7-99C8E53624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CC4F09CD-956A-B8B3-1183-9C28C80DDB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5592" y="1442399"/>
            <a:ext cx="105156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J. K. Author and L. M. Author, "Title of the specific journal article,"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of Journal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15, no. 3, pp. 45-56, Month Year.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A. B. Researcher and C. D. Researcher, "Title of the conference paper," in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Proc. Name of Conference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City, Country, Year, pp. 100-105.</a:t>
            </a:r>
            <a:r>
              <a:rPr lang="en-IN" sz="2400" dirty="0"/>
              <a:t> 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32D3DB-7149-E1E5-D5F9-4FC93A788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C7B6C-E68D-4047-8A1E-3C7BD2842AF7}" type="datetime1">
              <a:rPr lang="en-IN" smtClean="0"/>
              <a:t>19-07-2026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BCABB1-7C63-52E3-2815-3651AE7E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31EAEC-BCE3-2979-69C6-273309B9F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526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209</Words>
  <Application>Microsoft Office PowerPoint</Application>
  <PresentationFormat>Widescreen</PresentationFormat>
  <Paragraphs>43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&lt;&lt;Programme B.Tech/ M.Tech Course Code – Course Title&gt;&gt; &lt;&lt;Project Title&gt;&gt;</vt:lpstr>
      <vt:lpstr>Aim</vt:lpstr>
      <vt:lpstr>Abstract</vt:lpstr>
      <vt:lpstr>Literature Review</vt:lpstr>
      <vt:lpstr>Research Gap</vt:lpstr>
      <vt:lpstr>Objectives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Parthasarathy G</dc:creator>
  <cp:lastModifiedBy>Vasanthp Grade4</cp:lastModifiedBy>
  <cp:revision>4</cp:revision>
  <dcterms:created xsi:type="dcterms:W3CDTF">2026-07-14T06:00:41Z</dcterms:created>
  <dcterms:modified xsi:type="dcterms:W3CDTF">2026-07-19T05:53:56Z</dcterms:modified>
</cp:coreProperties>
</file>